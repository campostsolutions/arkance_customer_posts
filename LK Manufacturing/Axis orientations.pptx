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Templey" userId="e691bd4e-93a4-4e79-812f-682ddb63415a" providerId="ADAL" clId="{82CC43B9-A2BD-41AE-A22D-3768330B9927}"/>
    <pc:docChg chg="modSld">
      <pc:chgData name="Matt Templey" userId="e691bd4e-93a4-4e79-812f-682ddb63415a" providerId="ADAL" clId="{82CC43B9-A2BD-41AE-A22D-3768330B9927}" dt="2026-05-08T08:22:56.048" v="11" actId="20577"/>
      <pc:docMkLst>
        <pc:docMk/>
      </pc:docMkLst>
      <pc:sldChg chg="modSp mod">
        <pc:chgData name="Matt Templey" userId="e691bd4e-93a4-4e79-812f-682ddb63415a" providerId="ADAL" clId="{82CC43B9-A2BD-41AE-A22D-3768330B9927}" dt="2026-05-08T08:22:56.048" v="11" actId="20577"/>
        <pc:sldMkLst>
          <pc:docMk/>
          <pc:sldMk cId="3105426487" sldId="258"/>
        </pc:sldMkLst>
        <pc:spChg chg="mod">
          <ac:chgData name="Matt Templey" userId="e691bd4e-93a4-4e79-812f-682ddb63415a" providerId="ADAL" clId="{82CC43B9-A2BD-41AE-A22D-3768330B9927}" dt="2026-05-08T08:22:53.988" v="9" actId="20577"/>
          <ac:spMkLst>
            <pc:docMk/>
            <pc:sldMk cId="3105426487" sldId="258"/>
            <ac:spMk id="6" creationId="{43823CA1-BA1B-A174-962F-739A5A0CD7BD}"/>
          </ac:spMkLst>
        </pc:spChg>
        <pc:spChg chg="mod">
          <ac:chgData name="Matt Templey" userId="e691bd4e-93a4-4e79-812f-682ddb63415a" providerId="ADAL" clId="{82CC43B9-A2BD-41AE-A22D-3768330B9927}" dt="2026-05-08T08:22:42.837" v="1" actId="20577"/>
          <ac:spMkLst>
            <pc:docMk/>
            <pc:sldMk cId="3105426487" sldId="258"/>
            <ac:spMk id="7" creationId="{0960F776-6B4A-16DD-4447-D3CAA610D009}"/>
          </ac:spMkLst>
        </pc:spChg>
        <pc:spChg chg="mod">
          <ac:chgData name="Matt Templey" userId="e691bd4e-93a4-4e79-812f-682ddb63415a" providerId="ADAL" clId="{82CC43B9-A2BD-41AE-A22D-3768330B9927}" dt="2026-05-08T08:22:48.937" v="5" actId="20577"/>
          <ac:spMkLst>
            <pc:docMk/>
            <pc:sldMk cId="3105426487" sldId="258"/>
            <ac:spMk id="8" creationId="{88782E2E-EBA2-F474-A894-4AAE4EEE32CA}"/>
          </ac:spMkLst>
        </pc:spChg>
        <pc:spChg chg="mod">
          <ac:chgData name="Matt Templey" userId="e691bd4e-93a4-4e79-812f-682ddb63415a" providerId="ADAL" clId="{82CC43B9-A2BD-41AE-A22D-3768330B9927}" dt="2026-05-08T08:22:44.923" v="3" actId="20577"/>
          <ac:spMkLst>
            <pc:docMk/>
            <pc:sldMk cId="3105426487" sldId="258"/>
            <ac:spMk id="9" creationId="{2E45A28C-3AE2-6182-434A-93E4E8223AAC}"/>
          </ac:spMkLst>
        </pc:spChg>
        <pc:spChg chg="mod">
          <ac:chgData name="Matt Templey" userId="e691bd4e-93a4-4e79-812f-682ddb63415a" providerId="ADAL" clId="{82CC43B9-A2BD-41AE-A22D-3768330B9927}" dt="2026-05-08T08:22:51.983" v="7" actId="20577"/>
          <ac:spMkLst>
            <pc:docMk/>
            <pc:sldMk cId="3105426487" sldId="258"/>
            <ac:spMk id="10" creationId="{24350440-F172-7C74-FBE5-89B802A10C8E}"/>
          </ac:spMkLst>
        </pc:spChg>
        <pc:spChg chg="mod">
          <ac:chgData name="Matt Templey" userId="e691bd4e-93a4-4e79-812f-682ddb63415a" providerId="ADAL" clId="{82CC43B9-A2BD-41AE-A22D-3768330B9927}" dt="2026-05-08T08:22:56.048" v="11" actId="20577"/>
          <ac:spMkLst>
            <pc:docMk/>
            <pc:sldMk cId="3105426487" sldId="258"/>
            <ac:spMk id="11" creationId="{D89D2A95-85E9-8B99-C46E-2C656313C8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C8A7-3641-F424-C7DF-F01DC8E16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A53E2-99A2-476E-F8D6-7FA05AACE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24F4-24F1-2385-555E-DC1F132A7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8E3F-2664-462B-27F8-04B4329A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DEA07-0134-9A70-8D54-2081D3AD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37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1FAF-6E27-263B-8F2B-140693BB2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BB6A-BC9E-E71A-B9F3-C4AF5FD34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E8482-72C2-940A-E0D0-A687E86A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F7F83-3B55-1359-0ABA-D3C46C93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AB9E4-BF34-807A-F929-554422853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96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E35B-8D97-5D43-8438-D1520F12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87E7A-F046-475A-F625-9B67BEB3B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2565-A038-5477-3008-FBD362E2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01A10-E7C5-7789-E432-375C5CBA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5381-26FE-968F-7863-5F3ECA7F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75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C238-B219-FBE7-8F5D-D4BA9153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46DF-7457-F5D8-A7A0-DD9B0E6BC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A396D-0018-337B-D483-0AB9E3657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2E776-285C-B090-459D-21DCC603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5792D-3A57-6A1C-C292-08F5ADAB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8F3EB-3B40-6BD8-0D3A-B7C17C5B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3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7D11-8947-D471-129D-9BFF997D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D2FE7-E05D-3EE7-0065-D6298C8D7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4205-FC98-5556-825A-22B71C4C6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5658E-F4F8-A757-F981-0E4CDDB80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6145A-C6FE-DF4F-4281-386A59518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308C4-C1CF-7460-B893-9645774F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5F8C9-9532-4469-060D-935560B2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D86B0-8E1B-A844-9182-CAA2A554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1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1361-CBF6-6F72-1267-42D1C4FF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8DEDF-A5C6-0C9F-F41F-93A26CE2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2FF4C-3952-AFDE-E0EB-E8F2CED4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D9528-AF1C-7DD1-A8C3-81393B4E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59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8D9CC-723B-78DB-26B3-53C2D3F6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1C732-6169-7042-97B6-EA70053A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CE4EE-8931-00AC-4CC4-CC16B70D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64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D8DC-80BC-0DA9-E369-49E7C374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6217B-58A1-5E89-BD99-BF21A8D6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2CCCF-CA3A-8D42-6C3C-DBA6AC611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9CC18-CD50-BF05-205E-80C3160C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C4DF3-379C-73BA-48AA-862A4379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86E32-5B09-3A6A-4398-150E3260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97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40B8-713C-4019-06DA-CD71DC4B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3449E-7185-512C-EA6F-273B14369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BC90B-59ED-D197-15EF-D6E0EDB83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093C-E620-E39C-BE54-40E8363D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B7935-6E5C-202E-4F52-C064BC3B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3607C-4A42-CCB2-8552-9339D7F6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45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2871-BEF9-6A99-3DC2-0647A317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87641-2E5E-9C00-3379-884776D17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6B6BA-D18E-1A08-D935-B34E0800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8E04-2893-CF79-3D03-C63BE931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A997A-7648-1134-74B6-B25D614F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5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36A92-6775-8ABD-A475-7182CF105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3BEF2-5422-A477-B1C1-95A2D5F59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42BF9-F763-93AC-59DE-BF77B95B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4926-B4A1-383B-F61E-7D9CEEB8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EA951-345D-9997-F028-33DE7370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49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46244-BB58-6034-C8C9-686F6775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E0D7B-1338-0BAB-D92F-D83F380D8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D198-051E-8ACF-D2B6-76E9B78EF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3C70D-73F9-4D4B-B911-8749BD3D1C8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DB171-C137-EBB5-93AE-BA018F4D3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A8A4-B7BC-292F-6565-425EE2415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F936-962F-4DE2-970F-D224F3A1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78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15C03D-F2EE-98C0-98CE-4F7E7C28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0"/>
            <a:ext cx="105224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A1665-2F0F-1B94-0884-B7C8BC527D19}"/>
              </a:ext>
            </a:extLst>
          </p:cNvPr>
          <p:cNvSpPr txBox="1"/>
          <p:nvPr/>
        </p:nvSpPr>
        <p:spPr>
          <a:xfrm>
            <a:off x="7458324" y="5660406"/>
            <a:ext cx="4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A6F49-A1A7-8720-6589-E0E5CD6FF7FD}"/>
              </a:ext>
            </a:extLst>
          </p:cNvPr>
          <p:cNvSpPr txBox="1"/>
          <p:nvPr/>
        </p:nvSpPr>
        <p:spPr>
          <a:xfrm>
            <a:off x="8370735" y="4964409"/>
            <a:ext cx="67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 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B2B62-D86B-0A05-90A1-5AFAE3E19A9B}"/>
              </a:ext>
            </a:extLst>
          </p:cNvPr>
          <p:cNvSpPr txBox="1"/>
          <p:nvPr/>
        </p:nvSpPr>
        <p:spPr>
          <a:xfrm>
            <a:off x="5656028" y="5958176"/>
            <a:ext cx="75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 +</a:t>
            </a:r>
            <a:r>
              <a:rPr lang="en-GB" dirty="0" err="1"/>
              <a:t>ve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CB2EEC-DFA8-D7E8-525D-ACEB652917D2}"/>
              </a:ext>
            </a:extLst>
          </p:cNvPr>
          <p:cNvCxnSpPr/>
          <p:nvPr/>
        </p:nvCxnSpPr>
        <p:spPr>
          <a:xfrm>
            <a:off x="6838122" y="5263763"/>
            <a:ext cx="683812" cy="445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7B5177-2BB6-08AC-F4F3-11047424C6E7}"/>
              </a:ext>
            </a:extLst>
          </p:cNvPr>
          <p:cNvCxnSpPr>
            <a:cxnSpLocks/>
          </p:cNvCxnSpPr>
          <p:nvPr/>
        </p:nvCxnSpPr>
        <p:spPr>
          <a:xfrm flipH="1">
            <a:off x="5542059" y="5486400"/>
            <a:ext cx="1478943" cy="54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216DAA-1DFC-C095-25DA-5B0CD40015C5}"/>
              </a:ext>
            </a:extLst>
          </p:cNvPr>
          <p:cNvCxnSpPr>
            <a:cxnSpLocks/>
          </p:cNvCxnSpPr>
          <p:nvPr/>
        </p:nvCxnSpPr>
        <p:spPr>
          <a:xfrm flipV="1">
            <a:off x="7280082" y="4901114"/>
            <a:ext cx="1323229" cy="475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31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ACA1-E636-3EB3-E2F2-F1B72F05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DDCD82-EB18-7FE5-3425-EACF3CC73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498" y="0"/>
            <a:ext cx="52170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3CCE52-E7B6-D7E9-EBB2-FF8E326C2D9C}"/>
              </a:ext>
            </a:extLst>
          </p:cNvPr>
          <p:cNvSpPr txBox="1"/>
          <p:nvPr/>
        </p:nvSpPr>
        <p:spPr>
          <a:xfrm>
            <a:off x="8043218" y="2386946"/>
            <a:ext cx="4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7DDB5-2D63-5CA5-68AC-7C62F8B85449}"/>
              </a:ext>
            </a:extLst>
          </p:cNvPr>
          <p:cNvSpPr txBox="1"/>
          <p:nvPr/>
        </p:nvSpPr>
        <p:spPr>
          <a:xfrm>
            <a:off x="8781364" y="2886064"/>
            <a:ext cx="75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 +</a:t>
            </a:r>
            <a:r>
              <a:rPr lang="en-GB" dirty="0" err="1"/>
              <a:t>ve</a:t>
            </a:r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047D6A-A20A-6C5C-5104-05E558E3BC36}"/>
              </a:ext>
            </a:extLst>
          </p:cNvPr>
          <p:cNvCxnSpPr>
            <a:cxnSpLocks/>
          </p:cNvCxnSpPr>
          <p:nvPr/>
        </p:nvCxnSpPr>
        <p:spPr>
          <a:xfrm>
            <a:off x="6194066" y="6164910"/>
            <a:ext cx="45322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4D7CB1-EFCD-B9DC-7160-3C3D398FD3EF}"/>
              </a:ext>
            </a:extLst>
          </p:cNvPr>
          <p:cNvSpPr txBox="1"/>
          <p:nvPr/>
        </p:nvSpPr>
        <p:spPr>
          <a:xfrm>
            <a:off x="5771085" y="5980244"/>
            <a:ext cx="4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E4943F-34E8-C8A2-65B2-C05A03B63789}"/>
              </a:ext>
            </a:extLst>
          </p:cNvPr>
          <p:cNvCxnSpPr>
            <a:cxnSpLocks/>
          </p:cNvCxnSpPr>
          <p:nvPr/>
        </p:nvCxnSpPr>
        <p:spPr>
          <a:xfrm flipV="1">
            <a:off x="6368995" y="5029200"/>
            <a:ext cx="0" cy="104559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1E28183-65AD-89B3-0C9D-C56B6892C7B2}"/>
              </a:ext>
            </a:extLst>
          </p:cNvPr>
          <p:cNvSpPr txBox="1"/>
          <p:nvPr/>
        </p:nvSpPr>
        <p:spPr>
          <a:xfrm>
            <a:off x="5894567" y="4569754"/>
            <a:ext cx="75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Z +</a:t>
            </a:r>
            <a:r>
              <a:rPr lang="en-GB" dirty="0" err="1"/>
              <a:t>ve</a:t>
            </a:r>
            <a:endParaRPr lang="en-GB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2747BDE-8FDB-777F-CE2A-5E14F3A2FB42}"/>
              </a:ext>
            </a:extLst>
          </p:cNvPr>
          <p:cNvCxnSpPr>
            <a:cxnSpLocks/>
          </p:cNvCxnSpPr>
          <p:nvPr/>
        </p:nvCxnSpPr>
        <p:spPr>
          <a:xfrm flipV="1">
            <a:off x="8285260" y="2782957"/>
            <a:ext cx="0" cy="5755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239AEC-01F5-09AE-A869-00AD4F8FDDD6}"/>
              </a:ext>
            </a:extLst>
          </p:cNvPr>
          <p:cNvCxnSpPr>
            <a:cxnSpLocks/>
          </p:cNvCxnSpPr>
          <p:nvPr/>
        </p:nvCxnSpPr>
        <p:spPr>
          <a:xfrm>
            <a:off x="8341154" y="2861950"/>
            <a:ext cx="726693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03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CC301B-FBE6-7790-7659-90D3BE0D8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20" y="0"/>
            <a:ext cx="781915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823CA1-BA1B-A174-962F-739A5A0CD7BD}"/>
              </a:ext>
            </a:extLst>
          </p:cNvPr>
          <p:cNvSpPr txBox="1"/>
          <p:nvPr/>
        </p:nvSpPr>
        <p:spPr>
          <a:xfrm>
            <a:off x="8303765" y="3497722"/>
            <a:ext cx="4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0F776-6B4A-16DD-4447-D3CAA610D009}"/>
              </a:ext>
            </a:extLst>
          </p:cNvPr>
          <p:cNvSpPr txBox="1"/>
          <p:nvPr/>
        </p:nvSpPr>
        <p:spPr>
          <a:xfrm>
            <a:off x="3800725" y="1855449"/>
            <a:ext cx="67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 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82E2E-EBA2-F474-A894-4AAE4EEE32CA}"/>
              </a:ext>
            </a:extLst>
          </p:cNvPr>
          <p:cNvSpPr txBox="1"/>
          <p:nvPr/>
        </p:nvSpPr>
        <p:spPr>
          <a:xfrm>
            <a:off x="5922655" y="1387904"/>
            <a:ext cx="75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 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45A28C-3AE2-6182-434A-93E4E8223AAC}"/>
              </a:ext>
            </a:extLst>
          </p:cNvPr>
          <p:cNvSpPr txBox="1"/>
          <p:nvPr/>
        </p:nvSpPr>
        <p:spPr>
          <a:xfrm>
            <a:off x="5041170" y="1387904"/>
            <a:ext cx="4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50440-F172-7C74-FBE5-89B802A10C8E}"/>
              </a:ext>
            </a:extLst>
          </p:cNvPr>
          <p:cNvSpPr txBox="1"/>
          <p:nvPr/>
        </p:nvSpPr>
        <p:spPr>
          <a:xfrm>
            <a:off x="8170881" y="2203464"/>
            <a:ext cx="67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9D2A95-85E9-8B99-C46E-2C656313C852}"/>
              </a:ext>
            </a:extLst>
          </p:cNvPr>
          <p:cNvSpPr txBox="1"/>
          <p:nvPr/>
        </p:nvSpPr>
        <p:spPr>
          <a:xfrm>
            <a:off x="8030108" y="4088301"/>
            <a:ext cx="75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6" name="Arrow: Curved Right 15">
            <a:extLst>
              <a:ext uri="{FF2B5EF4-FFF2-40B4-BE49-F238E27FC236}">
                <a16:creationId xmlns:a16="http://schemas.microsoft.com/office/drawing/2014/main" id="{29C91CCD-C13D-2F94-1907-E127684F62B6}"/>
              </a:ext>
            </a:extLst>
          </p:cNvPr>
          <p:cNvSpPr/>
          <p:nvPr/>
        </p:nvSpPr>
        <p:spPr>
          <a:xfrm>
            <a:off x="4377191" y="2017182"/>
            <a:ext cx="540692" cy="1313233"/>
          </a:xfrm>
          <a:prstGeom prst="curved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60F82FC1-E8F9-3C9A-2831-0DAEE1395F2F}"/>
              </a:ext>
            </a:extLst>
          </p:cNvPr>
          <p:cNvSpPr/>
          <p:nvPr/>
        </p:nvSpPr>
        <p:spPr>
          <a:xfrm>
            <a:off x="5804125" y="1747096"/>
            <a:ext cx="469127" cy="1313233"/>
          </a:xfrm>
          <a:prstGeom prst="curvedLef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urved Right 17">
            <a:extLst>
              <a:ext uri="{FF2B5EF4-FFF2-40B4-BE49-F238E27FC236}">
                <a16:creationId xmlns:a16="http://schemas.microsoft.com/office/drawing/2014/main" id="{9A1BD101-3B5E-B36D-E629-94B3E1C5F7C1}"/>
              </a:ext>
            </a:extLst>
          </p:cNvPr>
          <p:cNvSpPr/>
          <p:nvPr/>
        </p:nvSpPr>
        <p:spPr>
          <a:xfrm rot="7505516">
            <a:off x="7494924" y="1916180"/>
            <a:ext cx="540692" cy="1313233"/>
          </a:xfrm>
          <a:prstGeom prst="curvedRightArrow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0C49A4A6-02FB-5626-51A7-877F89F742B6}"/>
              </a:ext>
            </a:extLst>
          </p:cNvPr>
          <p:cNvSpPr/>
          <p:nvPr/>
        </p:nvSpPr>
        <p:spPr>
          <a:xfrm rot="7402603">
            <a:off x="7118179" y="3243907"/>
            <a:ext cx="469127" cy="1313233"/>
          </a:xfrm>
          <a:prstGeom prst="curvedLeftArrow">
            <a:avLst/>
          </a:prstGeom>
          <a:solidFill>
            <a:srgbClr val="00B05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42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Templey</dc:creator>
  <cp:lastModifiedBy>Matt Templey</cp:lastModifiedBy>
  <cp:revision>1</cp:revision>
  <dcterms:created xsi:type="dcterms:W3CDTF">2026-05-08T07:55:51Z</dcterms:created>
  <dcterms:modified xsi:type="dcterms:W3CDTF">2026-05-08T08:23:05Z</dcterms:modified>
</cp:coreProperties>
</file>